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15"/>
  </p:notesMasterIdLst>
  <p:handoutMasterIdLst>
    <p:handoutMasterId r:id="rId16"/>
  </p:handoutMasterIdLst>
  <p:sldIdLst>
    <p:sldId id="345" r:id="rId2"/>
    <p:sldId id="376" r:id="rId3"/>
    <p:sldId id="435" r:id="rId4"/>
    <p:sldId id="436" r:id="rId5"/>
    <p:sldId id="437" r:id="rId6"/>
    <p:sldId id="441" r:id="rId7"/>
    <p:sldId id="438" r:id="rId8"/>
    <p:sldId id="442" r:id="rId9"/>
    <p:sldId id="439" r:id="rId10"/>
    <p:sldId id="444" r:id="rId11"/>
    <p:sldId id="440" r:id="rId12"/>
    <p:sldId id="443" r:id="rId13"/>
    <p:sldId id="419" r:id="rId14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74" d="100"/>
          <a:sy n="74" d="100"/>
        </p:scale>
        <p:origin x="111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‹N°›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Khái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niệm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loại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Đáp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ứng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tần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thụ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sử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dụng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RC</a:t>
            </a: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hao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hạ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thượng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loc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 smtClean="0"/>
          </a:p>
        </p:txBody>
      </p:sp>
      <p:graphicFrame>
        <p:nvGraphicFramePr>
          <p:cNvPr id="1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41690"/>
              </p:ext>
            </p:extLst>
          </p:nvPr>
        </p:nvGraphicFramePr>
        <p:xfrm>
          <a:off x="274748" y="4488845"/>
          <a:ext cx="9406033" cy="1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CorelDRAW" r:id="rId3" imgW="5884200" imgH="971640" progId="">
                  <p:embed/>
                </p:oleObj>
              </mc:Choice>
              <mc:Fallback>
                <p:oleObj name="CorelDRAW" r:id="rId3" imgW="5884200" imgH="971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48" y="4488845"/>
                        <a:ext cx="9406033" cy="1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495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r>
              <a:rPr lang="en-US" dirty="0" smtClean="0"/>
              <a:t> </a:t>
            </a:r>
            <a:r>
              <a:rPr lang="en-US" dirty="0" err="1" smtClean="0"/>
              <a:t>sát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,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Nhờ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r>
              <a:rPr lang="en-US" dirty="0" smtClean="0"/>
              <a:t> </a:t>
            </a:r>
            <a:r>
              <a:rPr lang="en-US" dirty="0" err="1" smtClean="0"/>
              <a:t>sát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95" y="3383994"/>
            <a:ext cx="4419995" cy="265529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592" y="3387530"/>
            <a:ext cx="4686831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9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hạ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35" y="2888940"/>
            <a:ext cx="3420380" cy="207023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510" y="5043576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hạ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854" y="2586126"/>
            <a:ext cx="5105400" cy="30670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35" y="2888940"/>
            <a:ext cx="3420380" cy="207023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510" y="5043576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5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thượng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2618910"/>
            <a:ext cx="3241997" cy="189021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635" y="4734145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thượng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2618910"/>
            <a:ext cx="3241997" cy="189021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470" y="2430366"/>
            <a:ext cx="5153025" cy="307657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635" y="4734145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6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19" y="2668491"/>
            <a:ext cx="454342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7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19" y="2668491"/>
            <a:ext cx="4543425" cy="26003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44" y="3050665"/>
            <a:ext cx="43338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1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635" y="4734145"/>
            <a:ext cx="1095375" cy="609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787" y="1773141"/>
            <a:ext cx="27717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0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RC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787" y="1773141"/>
            <a:ext cx="2771775" cy="43910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26" y="2492674"/>
            <a:ext cx="38290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60785</TotalTime>
  <Words>367</Words>
  <Application>Microsoft Office PowerPoint</Application>
  <PresentationFormat>Format A4 (210 x 297 mm)</PresentationFormat>
  <Paragraphs>67</Paragraphs>
  <Slides>13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Calibri</vt:lpstr>
      <vt:lpstr>Calibri Light</vt:lpstr>
      <vt:lpstr>Times</vt:lpstr>
      <vt:lpstr>Times New Roman</vt:lpstr>
      <vt:lpstr>Wingdings</vt:lpstr>
      <vt:lpstr>Retrospect</vt:lpstr>
      <vt:lpstr>CorelDRAW</vt:lpstr>
      <vt:lpstr>Chương 9</vt:lpstr>
      <vt:lpstr>Mục tiêu</vt:lpstr>
      <vt:lpstr>Khái niệm và phân loại mạch lọc</vt:lpstr>
      <vt:lpstr>Đáp ứng tần số của mạch lọc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Thank you!</vt:lpstr>
    </vt:vector>
  </TitlesOfParts>
  <Company>Mid Sweden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Le Huy Trinh</cp:lastModifiedBy>
  <cp:revision>1078</cp:revision>
  <cp:lastPrinted>2004-10-20T11:26:57Z</cp:lastPrinted>
  <dcterms:created xsi:type="dcterms:W3CDTF">2005-06-07T08:25:50Z</dcterms:created>
  <dcterms:modified xsi:type="dcterms:W3CDTF">2017-12-19T00:39:17Z</dcterms:modified>
</cp:coreProperties>
</file>